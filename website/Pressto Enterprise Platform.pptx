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0088" y="1512615"/>
            <a:ext cx="51837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Pressto Enterprise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178888" y="2350815"/>
            <a:ext cx="278622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Operations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63326" y="2746995"/>
            <a:ext cx="321727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Quick Dry Cleaning Software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77374" y="3444180"/>
            <a:ext cx="23891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Franchise Management at Scale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92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command with local execution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control over customers, pricing, users &amp; offers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 across all Pressto locations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brand-led customer experience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infrastructure for global expansion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52787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105"/>
            <a:ext cx="7924800" cy="1527870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3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Control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798216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Admin (HQ) – Full visibility &amp; control across regions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323470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Operations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55468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&amp; Store Admins – Day-to-day operations within rules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Customer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Customer Database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53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customer identity across all Pressto locations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history visible across stores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cross-store loyalty programs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segmentation by geography &amp; behavior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List &amp; Service Control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Price Governance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53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master price list defined by Pressto HQ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uniform pricing or regional deviations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&amp; garment rules standardized across brand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onboarding of new Pressto stores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Offers, Promotions &amp; Loyalty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Campaign Management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53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Brand-wide offers &amp; promo codes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&amp; festive campaigns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loyalty wallet across Pressto network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&amp; redemption rules centrally managed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 &amp; Permissions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Role Structure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53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Admin, Regional Admin, Store Owner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access control by role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pricing edits, discounts &amp; refunds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 for compliance &amp; accountability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Management &amp; Store Operations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92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billing &amp; order creation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 / QR-based garment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order status updates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order flow across all stores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&amp; turnaround time tracking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Omni-Channel Customer Experience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92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digital invoices &amp; notifications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SMS / WhatsApp updates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pickup request links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payment options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communications remain Pressto-branded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Analytics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Dashboards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53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across network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Store-wise performance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 &amp; retention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Export-ready for ERP or BI tools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Onboarding &amp; Scalability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3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store onboarding with pre-configured templates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learning curve for new franchisees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from 10 to 1,000+ stores seamlessly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cloud infrastructure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Data Ownership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3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cloud infrastructure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&amp; encrypted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Pressto retains full ownership of customer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audit trail ready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Pressto × Quick Dry Cleaning?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3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14+ years of proven experience in laundry digitization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specifically for multi-store &amp; franchise brands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to adapt to global operating models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Pressto-led branding with enterprise-grade control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&amp; Delivery Management (Optional)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3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pickup &amp; delivery workflows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app with route optimization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Order-level tracking for customers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reports on delivery performance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8080" y="609600"/>
            <a:ext cx="180776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463850" y="1325835"/>
            <a:ext cx="4521026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Pressto-specific demo (Enterprise &amp; Store View)</a:t>
            </a:r>
            <a:endParaRPr lang="en-US" sz="15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workflow mapping for Spain &amp; global markets</a:t>
            </a:r>
            <a:endParaRPr lang="en-US" sz="15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&amp; rollout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2026-01-22T08:35:01Z</dcterms:created>
  <dcterms:modified xsi:type="dcterms:W3CDTF">2026-01-22T08:35:01Z</dcterms:modified>
</cp:coreProperties>
</file>